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  <a:latin typeface="Segoe UI"/>
              </a:defRPr>
            </a:pPr>
            <a:r>
              <a:t>VYBE AI</a:t>
            </a:r>
          </a:p>
          <a:p>
            <a:pPr>
              <a:spcAft>
                <a:spcPts val="1600"/>
              </a:spcAft>
              <a:defRPr sz="2200">
                <a:solidFill>
                  <a:srgbClr val="14B8A6"/>
                </a:solidFill>
                <a:latin typeface="Segoe UI"/>
              </a:defRPr>
            </a:pPr>
            <a:r>
              <a:t>Your Work. Your Wellness. Your Rhythm.</a:t>
            </a: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PERSONALIZED PRESENTATION &amp; SYSTEM WALKTHROUGH FOR:</a:t>
            </a:r>
          </a:p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Prajakta Yelure  |  Age 25  |  Software Engineer</a:t>
            </a:r>
          </a:p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Full-Stack System Architecture, Runtimes (Python &amp; Node.js), Notification Delivery Mechanics,</a:t>
            </a:r>
            <a:br/>
            <a:r>
              <a:t>and Comprehensive Feature Suite for Developer Health.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WORKPLACE REALITIES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The Software Engineer Strain Dilemma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Why developers like Prajakta face unique ergonomic and cognitive hurdles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The Coding Flow Lock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Continuous Unbroken Focus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Writing code requires deep mental context. Engineers spend 3 to 5 hours uninterrupted staring at IDEs, ignoring natural fatigue cues until physical pain sets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Physical Tech Strain</a:t>
            </a:r>
          </a:p>
          <a:p>
            <a:pPr>
              <a:spcAft>
                <a:spcPts val="12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CVS, Tech Neck &amp; RSI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Computer Vision Syndrome from high-contrast code themes.</a:t>
            </a:r>
            <a:br/>
            <a:r>
              <a:t>• Cervical spine strain ('tech neck') from laptop hunching.</a:t>
            </a:r>
            <a:br/>
            <a:r>
              <a:t>• Wrist tension from continuous keyboard 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The Alarm Paradox</a:t>
            </a:r>
          </a:p>
          <a:p>
            <a:pPr>
              <a:spcAft>
                <a:spcPts val="12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Why Generic Timers Fail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Traditional alarms interrupt during complex debugging sessions. They feel disruptive and annoying, leading developers to permanently mute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ARCHITECTURE &amp; ENGINEERING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Which Runtimes &amp; File Types Are Used?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Complete breakdown of the Python, Node.js, and browser runtime environments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Python 3.10 Runtime (Backend)</a:t>
            </a:r>
          </a:p>
          <a:p>
            <a:pPr>
              <a:spcAft>
                <a:spcPts val="6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Files: .py, .db, .sql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FastAPI (main.py): High-throughput asynchronous REST API.</a:t>
            </a:r>
            <a:br/>
            <a:r>
              <a:t>• Pydantic v2 (models.py): Strict data validation and schemas.</a:t>
            </a:r>
            <a:br/>
            <a:r>
              <a:t>• SQLite (database.py &amp; vybe_wellness.db): Local database for users, screen sessions, and activity records.</a:t>
            </a:r>
            <a:br/>
            <a:r>
              <a:t>• Pytest (backend/tests/): 27 automated unit and integration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Node.js Runtime (Frontend Build)</a:t>
            </a:r>
          </a:p>
          <a:p>
            <a:pPr>
              <a:spcAft>
                <a:spcPts val="6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Files: .tsx, .ts, .json, .css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React 18: Modern component-driven user interface.</a:t>
            </a:r>
            <a:br/>
            <a:r>
              <a:t>• TypeScript (types/index.ts): Strict static typing.</a:t>
            </a:r>
            <a:br/>
            <a:r>
              <a:t>• Vite (vite.config.ts): Sub-second lightning build tool.</a:t>
            </a:r>
            <a:br/>
            <a:r>
              <a:t>• Tailwind CSS: Custom ergonomic design palette.</a:t>
            </a:r>
            <a:br/>
            <a:r>
              <a:t>• Lucide React: 40+ crisp SVG iconography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Web Audio API (Browser Audio)</a:t>
            </a:r>
          </a:p>
          <a:p>
            <a:pPr>
              <a:spcAft>
                <a:spcPts val="6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Synthesizer: soundService.ts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Zero MP3 dependencies needed for presets!</a:t>
            </a:r>
            <a:br/>
            <a:r>
              <a:t>• Synthesizes acoustic frequencies directly in browser memory (oscillators, biquad filters, gain nodes).</a:t>
            </a:r>
            <a:br/>
            <a:r>
              <a:t>• Generates 432Hz Tibetan bowls, crystal bells, harps, and pink-noise gentle 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Automation &amp; Shell Scripts</a:t>
            </a:r>
          </a:p>
          <a:p>
            <a:pPr>
              <a:spcAft>
                <a:spcPts val="6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Files: .bat, .mp4, .pptx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run.bat: Single-click production runner (Uvicorn + SPA).</a:t>
            </a:r>
            <a:br/>
            <a:r>
              <a:t>• dev.bat: Hot-reloading Vite development server.</a:t>
            </a:r>
            <a:br/>
            <a:r>
              <a:t>• build_presentation.py: Automated PPT generation.</a:t>
            </a:r>
            <a:br/>
            <a:r>
              <a:t>• record_walkthrough.py: Automated Playwright video capture.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EXECUTION GUIDE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How to Run &amp; Deploy the Website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Simple two-step pipeline for local development and standalone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Step 1: Frontend Build (Node.js)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npm run build in /frontend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Vite compiles all TypeScript (.tsx/.ts) and Tailwind CSS into an optimized, minified bundle in /frontend/dist (HTML, JS, and CSS). Zero runtime Node dependency is needed after this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Step 2: Backend &amp; Web Server (Python)</a:t>
            </a:r>
          </a:p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uvicorn main:app --port 8000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FastAPI initializes the SQLite database, mounts the REST API endpoints (/api/*), and serves the compiled React single-page app statically on root (/).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Single-Click Launch (Windows)</a:t>
            </a:r>
          </a:p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Double-Click run.bat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convenient Windows batch script that automatically sets paths, initializes the server, and hosts the application locally at http://localhost:8000.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CORE FEATURE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100% Automatic Screen Time &amp; Idle Monitor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Tracking continuous work strain in real-time without invasive surveillance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How the Tracking Engine Works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Low-Overhead Event Listeners: Monitors mousemove, keydown, touchstart, and scroll events passively.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Active vs. Idle State: If Prajakta steps away or doesn't type for &gt;60 seconds, the state transitions automatically to 'Idle' or 'Away'.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Tab Visibility Sync: Listening to document.visibilitychange pauses the focus timer when switching windows.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Threshold Trigger: Once continuous focus exceeds 45 minutes, an automated posture &amp; eye alert is triggered.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Live Indicators &amp; Session Resets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Navbar Live Focus Badge: Real-time badge (e.g., '⏱️ 14m Focus') constantly informs Prajakta of her screen duration.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Dashboard Strain Ring: An animated progress ring counting toward the 45-minute posture reset threshold.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Automatic Session Reset: When Prajakta starts and finishes any wellness break, continuous screen time resets to zero.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Persistent SQLite Sync: Automatically records daily screen sessions into the screen_sessions database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NOTIFICATION MECHANICS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How Notifications Hit &amp; Notify The User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 gentle, non-startling multi-sensory notification delivery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1. Trigger Condition Met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Screen threshold reached (45m) or scheduled reminder fires in the background.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2. Harmonic Chime Plays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Web Audio API immediately plays user's selected chime (Zen Bowl, Crystal Bell, or custom MP3).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3. Sleek Floating Toast Hits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non-intrusive banner appears in the top-right corner with a pulsing audio wave icon.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4. Contextual Break Info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Displays activity title (e.g. 20-20-20 Eye Rest), time required, and explainable rationale.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t>5. User Action Control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Buttons for 'Start Now', '+5m Snooze', '+10m Snooze', or Dismiss. Zero forced interruption.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C4899"/>
                </a:solidFill>
                <a:latin typeface="Segoe UI"/>
              </a:defRPr>
            </a:pPr>
            <a:r>
              <a:t>6. 1-Click Guided Player Launch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Clicking 'Start Now' immediately opens the full-screen interactive breathing &amp; exercise player.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ACOUSTIC CUSTOMIZATION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Notification Sound Studio &amp; Ambient Mixer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Acoustically engineered sound design that soothes rather than startles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Zen Tibetan Bowl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432 Hz Healing Tuning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Deep harmonic resonance that calms the nervous system during intense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Soft Crystal Bell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880 Hz High Clarity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Crystalline chime with gentle reverberant decay for elegant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A855F7"/>
                </a:solidFill>
                <a:latin typeface="Segoe UI"/>
              </a:defRPr>
            </a:pPr>
            <a:r>
              <a:t>Calming Harp Arpeggio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Pentatonic Melody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Five-note melodic sequence that brings musical warmth to break reminders.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2C55E"/>
                </a:solidFill>
                <a:latin typeface="Segoe UI"/>
              </a:defRPr>
            </a:pPr>
            <a:r>
              <a:t>Forest Water Drop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Natural Frequency Glide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Acoustic water drop with low-pass splash filter evoking natural tranquility.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Gentle Temple Gong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220 Hz Grounding Bell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Deep grounded resonance anchoring awareness back into the physical body.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69080"/>
            <a:ext cx="33832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51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C4899"/>
                </a:solidFill>
                <a:latin typeface="Segoe UI"/>
              </a:defRPr>
            </a:pPr>
            <a:r>
              <a:t>Custom Audio Uploader</a:t>
            </a:r>
          </a:p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MP3 / WAV / OGG Files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Upload your own chime audio track, saved as persistent Data URLs in SQLite.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INTELLIGENCE ENGINE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The 5-Stage Cybernetic Decision Loop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 closed-loop recommendation engine that continuously adapts to Prajakta's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1. OBSERVE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Data Ingestion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Demographic baseline (25yo, SWE)</a:t>
            </a:r>
            <a:br/>
            <a:r>
              <a:t>• Live screen tracking</a:t>
            </a:r>
            <a:br/>
            <a:r>
              <a:t>• Idle / away duration</a:t>
            </a:r>
            <a:br/>
            <a:r>
              <a:t>• Voluntary check-in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2. ANALYSE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Context &amp; Strain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Screen strain (&gt;=45m)</a:t>
            </a:r>
            <a:br/>
            <a:r>
              <a:t>• Sitting strain (&gt;=50m)</a:t>
            </a:r>
            <a:br/>
            <a:r>
              <a:t>• Circadian energy dip</a:t>
            </a:r>
            <a:br/>
            <a:r>
              <a:t>• Time window (30s-10m)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3. DECIDE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Scoring &amp; Filter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Hard duration constraint</a:t>
            </a:r>
            <a:br/>
            <a:r>
              <a:t>• Fatigue category boost</a:t>
            </a:r>
            <a:br/>
            <a:r>
              <a:t>• Feedback weight score</a:t>
            </a:r>
            <a:br/>
            <a:r>
              <a:t>• Quiet-hours suppress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4. ACT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Guided Run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Non-intrusive toast</a:t>
            </a:r>
            <a:br/>
            <a:r>
              <a:t>• 432Hz audio chime</a:t>
            </a:r>
            <a:br/>
            <a:r>
              <a:t>• Guided countdown timer</a:t>
            </a:r>
            <a:br/>
            <a:r>
              <a:t>• Breathing visualizer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2103120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5. LEARN</a:t>
            </a:r>
          </a:p>
          <a:p>
            <a:pPr>
              <a:spcAft>
                <a:spcPts val="8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Reinforcement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1-click user rating</a:t>
            </a:r>
            <a:br/>
            <a:r>
              <a:t>• +1.5 for helpful rest</a:t>
            </a:r>
            <a:br/>
            <a:r>
              <a:t>• -2.0 for unhelpful</a:t>
            </a:r>
            <a:br/>
            <a:r>
              <a:t>• Dynamic weight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INTERACTIVE EXPERIENCE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Guided Activity Player &amp; Micro-Break Catalog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Science-backed desk interventions with real-time audio-visual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Player Capabilities &amp; Controls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Timestamp Countdown Timer: Precise state timer ensuring exercises last the exact intended duration.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Animated Breathing Ring: Pulsing circular guide timing Inhale (4s), Hold (4s), Exhale (4s), Hold (4s).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Step-by-Step Instructions: Clear, progressive instructional prompts updated as the exercise advances.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Interactive Controls: Pause, Resume, Restart, and Finish options so Prajakta is always in control.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✦ Confetti &amp; Star Rating: Immediate positive reinforcement and 1-click rating that feeds back into the AI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6 Core Activity Categories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EyeCare (20-20-20 Rule): Look 20 feet away for 20 seconds to release ciliary muscle spasm.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DeskYoga (Seated Posture): Shoulder rolls, chest openers, and seated spinal twists.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MindReset (Box Breathing): 4-4-4-4 tactical breathing to clear acute sprint stress.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WalkBreak (Circulation): 2-5 minute indoor/outdoor walking to stimulate blood flow.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HydrateMate (Hydration): Structured water intake with mindful sip guidance.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PowerNap (Restorative NSDR): 10-20 minute non-sleep deep rest audio pacing.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CONVERSATIONAL INTELLIGENCE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'Talk to VYBE' AI Wellness Assistant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Empathetic, actionable dialogue designed to troubleshoot developer fatigue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Software Engineer Strain Intent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Understands questions about coding fatigue, wrist tension, lower back stiffness, and meeting stress.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Embedded Action Launchers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Messages include 1-click buttons (e.g. 'Start Seated Spinal Twist') that launch guided exercises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Dual AI Engine Architecture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Deterministic NLP engine operates 100% offline; seamlessly upgrades to Google Gemini 1.5 Flash when API key is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747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Database Memory Integration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Retrieves Prajakta's actual activities today and screen focus metrics directly from SQLite database.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Empathetic Guardrails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Strict workplace wellness focus. Avoids clinical diagnoses, prioritizing safe, practical physical relief.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9377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Quick Suggestion Chips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1-click prompt chips: 'My neck is stiff', 'Feeling stressed before release', 'What have I done today?'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TEMPORAL SCHEDULING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Workday Smart Planner &amp; Quiet Hours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Harmonizing deep focus blocks with circadian rest windows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Circadian Rhythm Pacing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Aligned with Ultradian Waves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Human focus naturally follows a 90-minute ultradian rhythm. VYBE alternates 50-minute deep work blocks with 3 to 5-minute micro-breaks to prevent cognitive plateauing.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Quiet Hours Shielding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Protected Lunch &amp; Standups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Prajakta specifies protected quiet hours (e.g. 12:30 PM - 1:30 PM). VYBE automatically suppresses all alarms and replaces them with an undisturbed lunch/rest block.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Interactive Schedule Tracker</a:t>
            </a:r>
          </a:p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Live Schedule Progression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Each scheduled item displays its current status (Upcoming, Completed, or Skipped). Users can manually start planned breaks right from the timeline.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DATA VISUALIZATION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Journey Analytics &amp; Habit Formation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Interactive charts transforming daily micro-breaks into long-term wellness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Daily Activity Completion</a:t>
            </a:r>
          </a:p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Bar Chart Visualization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Tracks daily volume of completed wellness activities over 7-day and 30-day windows. Shows consistent adherence.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574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Category Breakdown</a:t>
            </a:r>
          </a:p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Donut Distribution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Visualizes proportion of time invested across EyeCare, Movement, Relaxation, and Hydration to maintain balanced ergonomics.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Acceptance &amp; Efficacy Rate</a:t>
            </a:r>
          </a:p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Key Performance Indicators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Calculates % of reminder recommendations accepted vs snoozed, and total minutes spent actively resetting.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519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Chronological History Log</a:t>
            </a:r>
          </a:p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Detailed Audit Trail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Complete chronological ledger showing activity title, duration, timestamp, completion status, and user rating.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VALUE PROPOSITION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Key Advantages for Software Engineers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Tangible benefits tailored for developers, engineering teams, and desk professionals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1. Sustained Developer Flow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Unlike rigid timers that break concentration during coding, VYBE adapts to natural task boundaries and offers gentle, dismissable reminders.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2. Prevention of Eye &amp; Posture Fatigue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Targeted 20-20-20 eye rests and seated yoga counteract the 8+ hours spent hunched over IDE code editors.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3. 100% Privacy Respecting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Zero invasive screen recording, zero keylogging, and zero camera feeds. All data is stored locally in SQLite with full user sovereignty.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747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4. Micro-Commitments (30s - 2m)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Every exercise is engineered to fit into 30 to 120-second windows, eliminating the friction of taking extended breaks.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5. Acoustic Calm (Zero Startling)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Replaces jarring buzzer alarms with soothing 432Hz Tibetan bowls and crystal bells that keep the nervous system regulated.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9377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✦  6. Evidence-Based Habit Analytics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Clear Recharts visualizations enable engineers to track their wellness adherence alongside code sprint cycles.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SECURITY &amp; TRUST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Privacy &amp; Data Sovereignty by Principle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Built strictly as an employee empowerment tool, never as surveillance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Zero Invasive Monitoring</a:t>
            </a:r>
          </a:p>
          <a:p>
            <a:pPr>
              <a:spcAft>
                <a:spcPts val="1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NO Spyware / NO Screenshots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VYBE strictly avoids capturing screen contents, browser tabs, keystrokes, or webcam video. Only aggregates anonymous interaction timing.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Local-First Architecture</a:t>
            </a:r>
          </a:p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SQLite Isolated Storage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All user demographic data (Prajakta Yelure, DOB, age, role) and activity histories reside in local SQLite tables with salted password hashes.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Full User Sovereignty</a:t>
            </a:r>
          </a:p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1-Click Data Export &amp; Wipe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Users can download a complete JSON dump of their entire profile and tracking records, or permanently wipe their history with a single click.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LOOKING AHEAD</a:t>
            </a:r>
          </a:p>
          <a:p>
            <a:pPr>
              <a:spcAft>
                <a:spcPts val="4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Strategic Vision &amp; Future Innovations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Expanding VYBE AI into an ubiquitous ambient workplace companion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On-Device AI Posture Cam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MediaPipe Computer Vision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Utilizes local on-device machine learning to detect 'tech neck' forward head tilt and slouching in real-time with 100% privacy.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The 'Wellness Garden'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Gamified Virtual Succulent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soothing virtual desk plant that flourishes with each completed healthy break, creating positive emotional reinforcement.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Calendar Micro-Slotting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Google &amp; Outlook Integration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Automatically discovers 5-minute gaps between video conferences and schedules seamless micro-walks without calendar conflicts.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6908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A855F7"/>
                </a:solidFill>
                <a:latin typeface="Segoe UI"/>
              </a:defRPr>
            </a:pPr>
            <a:r>
              <a:t>Native OS Tray Companion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Tauri / Windows System Tray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Lightweight desktop app with native Windows notifications, global hotkeys (Ctrl+Shift+B), and circadian blue-light screen tinting.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VYBE AI</a:t>
            </a:r>
          </a:p>
          <a:p>
            <a:pPr>
              <a:spcAft>
                <a:spcPts val="1800"/>
              </a:spcAft>
              <a:defRPr sz="2200">
                <a:solidFill>
                  <a:srgbClr val="14B8A6"/>
                </a:solidFill>
                <a:latin typeface="Segoe UI"/>
              </a:defRPr>
            </a:pPr>
            <a:r>
              <a:t>Your Work. Your Wellness. Your Rhythm.</a:t>
            </a:r>
          </a:p>
          <a:p>
            <a:pPr>
              <a:spcAft>
                <a:spcPts val="2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✦  Active User Session: Prajakta Yelure | Software Engineer (Age 25)</a:t>
            </a:r>
            <a:br/>
            <a:r>
              <a:t>✦  Full-Stack Runtimes: Python 3.10 (FastAPI + SQLite) &amp; Node.js (React 18 + Vite)</a:t>
            </a:r>
            <a:br/>
            <a:r>
              <a:t>✦  100% Automatic Screen Time &amp; Idle Monitor with 45m Posture Alert</a:t>
            </a:r>
            <a:br/>
            <a:r>
              <a:t>✦  Multi-Sensory Notification Engine: 432Hz Harmonic Chimes + Floating Reminder Toast</a:t>
            </a:r>
            <a:br/>
            <a:r>
              <a:t>✦  All 27 Pytest Unit &amp; Integration Tests Passing (100% Verified &amp; Stable)</a:t>
            </a:r>
          </a:p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Live Local Web Application: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