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800" b="1">
                <a:solidFill>
                  <a:srgbClr val="FFFFFF"/>
                </a:solidFill>
                <a:latin typeface="Segoe UI"/>
              </a:defRPr>
            </a:pPr>
            <a:r>
              <a:t>VYBE AI</a:t>
            </a:r>
          </a:p>
          <a:p>
            <a:pPr>
              <a:spcAft>
                <a:spcPts val="1600"/>
              </a:spcAft>
              <a:defRPr sz="2200">
                <a:solidFill>
                  <a:srgbClr val="14B8A6"/>
                </a:solidFill>
                <a:latin typeface="Segoe UI"/>
              </a:defRPr>
            </a:pPr>
            <a:r>
              <a:t>Your Work. Your Wellness. Your Rhythm.</a:t>
            </a:r>
          </a:p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An intelligent, adaptive workplace wellness agent designed for developers and desk professionals.</a:t>
            </a:r>
            <a:br/>
            <a:r>
              <a:t>Automated screen strain tracking, closed-loop AI recommendations, sound studio, and guided micro-breaks.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CONTEXT &amp; PROBLEM STATEMENT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The Modern Workplace Strain Crisis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Why conventional wellness initiatives fail desk workers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The Uninterrupted Screen Trap</a:t>
            </a:r>
          </a:p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8-12 Hours Continuous Strain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Engineers, developers, and office staff spend 8 to 12 hours glued to screens with zero meaningful physical or visual rest.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Physical &amp; Cognitive Toll</a:t>
            </a:r>
          </a:p>
          <a:p>
            <a:pPr>
              <a:spcAft>
                <a:spcPts val="1200"/>
              </a:spcAft>
              <a:defRPr sz="1100" b="1">
                <a:solidFill>
                  <a:srgbClr val="EF4444"/>
                </a:solidFill>
                <a:latin typeface="Segoe UI"/>
              </a:defRPr>
            </a:pPr>
            <a:r>
              <a:t>CVS, RSI, and Mental Burnout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Computer Vision Syndrome (dry eye, blurred vision), tech neck, lumbar compression, and severe cognitive exhaustion.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Failure of Generic Timers</a:t>
            </a:r>
          </a:p>
          <a:p>
            <a:pPr>
              <a:spcAft>
                <a:spcPts val="12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Intrusive, Context-Blind Alarms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Pomodoro timers and generic alarm apps get dismissed because they interrupt deep flow and offer blunt, one-size-fits-all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PRODUCT SOLUTION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Meet VYBE AI: Intelligent Workplace Wellness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Proactive, non-intrusive micro-interventions tuned to your actual work rhythm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93392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  <a:latin typeface="Segoe UI"/>
              </a:defRPr>
            </a:pPr>
            <a:r>
              <a:t>✦  Automated Screen Tracking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Background sensors calculate continuous active focus vs idle duration without intrusive recording.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93392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  <a:latin typeface="Segoe UI"/>
              </a:defRPr>
            </a:pPr>
            <a:r>
              <a:t>✦  Adaptive AI Decision Loop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Continuous Observe-Analyse-Decide-Act-Learn cycle tailors breaks to real strain levels.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64992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  <a:latin typeface="Segoe UI"/>
              </a:defRPr>
            </a:pPr>
            <a:r>
              <a:t>✦  Micro-Break Activity Engine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Science-backed exercises (20-20-20 eye rest, desk yoga, box breathing, posture stretches).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0040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364992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  <a:latin typeface="Segoe UI"/>
              </a:defRPr>
            </a:pPr>
            <a:r>
              <a:t>✦  Notification Sound Studio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5 harmonic 432Hz synthesized chimes + custom .mp3 audio uploader + ambient soundscapes.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36592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  <a:latin typeface="Segoe UI"/>
              </a:defRPr>
            </a:pPr>
            <a:r>
              <a:t>✦  Conversational Wellness Coach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Talk to VYBE AI assistant answers wellness queries and launches actions in 1-click.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57200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736592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  <a:latin typeface="Segoe UI"/>
              </a:defRPr>
            </a:pPr>
            <a:r>
              <a:t>✦  Smart Workday Planner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Circadian-balanced timeline that automatically protects lunch hours and focus blocks.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AI CORE ENGINE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The 5-Stage Cybernetic Decision Loop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Observe, reason, act, and continuously adapt to user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645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1. OBSERVE</a:t>
            </a:r>
          </a:p>
          <a:p>
            <a:pPr>
              <a:spcAft>
                <a:spcPts val="8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Data Ingestion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Demographic profile</a:t>
            </a:r>
            <a:br/>
            <a:r>
              <a:t>• Live screen tracking</a:t>
            </a:r>
            <a:br/>
            <a:r>
              <a:t>• Idle / away duration</a:t>
            </a:r>
            <a:br/>
            <a:r>
              <a:t>• Voluntary check-in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828800"/>
            <a:ext cx="20116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2103120"/>
            <a:ext cx="1645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2. ANALYSE</a:t>
            </a:r>
          </a:p>
          <a:p>
            <a:pPr>
              <a:spcAft>
                <a:spcPts val="8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Context &amp; Strain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Screen strain (&gt;=45m)</a:t>
            </a:r>
            <a:br/>
            <a:r>
              <a:t>• Sitting strain (&gt;=50m)</a:t>
            </a:r>
            <a:br/>
            <a:r>
              <a:t>• Circadian energy dip</a:t>
            </a:r>
            <a:br/>
            <a:r>
              <a:t>• Time window (30s-10m)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20116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103120"/>
            <a:ext cx="1645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3. DECIDE</a:t>
            </a:r>
          </a:p>
          <a:p>
            <a:pPr>
              <a:spcAft>
                <a:spcPts val="8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Scoring &amp; Filter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Hard duration bounds</a:t>
            </a:r>
            <a:br/>
            <a:r>
              <a:t>• Fatigue category boost</a:t>
            </a:r>
            <a:br/>
            <a:r>
              <a:t>• Feedback weight score</a:t>
            </a:r>
            <a:br/>
            <a:r>
              <a:t>• Quiet-hours suppress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1828800"/>
            <a:ext cx="20116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2103120"/>
            <a:ext cx="1645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4. ACT</a:t>
            </a:r>
          </a:p>
          <a:p>
            <a:pPr>
              <a:spcAft>
                <a:spcPts val="8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Guided Run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Soothing toast banner</a:t>
            </a:r>
            <a:br/>
            <a:r>
              <a:t>• 432Hz audio chime</a:t>
            </a:r>
            <a:br/>
            <a:r>
              <a:t>• Guided countdown timer</a:t>
            </a:r>
            <a:br/>
            <a:r>
              <a:t>• Breathing visualizer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828800"/>
            <a:ext cx="20116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2103120"/>
            <a:ext cx="1645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8B5CF6"/>
                </a:solidFill>
                <a:latin typeface="Segoe UI"/>
              </a:defRPr>
            </a:pPr>
            <a:r>
              <a:t>5. LEARN</a:t>
            </a:r>
          </a:p>
          <a:p>
            <a:pPr>
              <a:spcAft>
                <a:spcPts val="8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Reinforcement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1-click user rating</a:t>
            </a:r>
            <a:br/>
            <a:r>
              <a:t>• +1.5 for helpful rest</a:t>
            </a:r>
            <a:br/>
            <a:r>
              <a:t>• -2.0 for unhelpful</a:t>
            </a:r>
            <a:br/>
            <a:r>
              <a:t>• Dynamic weight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LIVE SCREEN MONITORING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Automatic Screen Time &amp; Idle Monitor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Tracking continuous focus strain without invasive spyware or keyloggers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Passive Background Activity Engine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Passive Event Listeners: Monitors mousemove, keydown, touch, and tab visibilitychange.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Active vs. Idle State: After 60 seconds without interaction, engine shifts to Idle or Away.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Continuous Strain Alert: Exceeding 45 minutes of unbroken focus triggers a soothing break prompt.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SQLite Session Sync: Periodically flushes active minutes to backend screen_sessions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Visual Indicators &amp; Session Resets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Navbar Focus Chip: Real-time focus badge (e.g., 14m Focus) always visible to the user.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Dashboard Strain Progress: Animated progress ring visually counting toward the 45m threshold.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Automatic Timer Reset: Completing any wellness exercise automatically resets continuous screen time.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Daily Aggregations: Tracks total active screen hours vs. breaks taken for long-term health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SENSORY DESIGN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Notification Sound Studio &amp; Ambient Focus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Acoustically engineered sound design that soothes rather than startles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  <a:latin typeface="Segoe UI"/>
              </a:defRPr>
            </a:pPr>
            <a:r>
              <a:t>Zen Tibetan Bowl</a:t>
            </a:r>
          </a:p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432 Hz Healing Tuning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Deep harmonic resonance that calms the nervous system during intense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01168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Soft Crystal Bell</a:t>
            </a:r>
          </a:p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880 Hz High Clarity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Crystalline chime with gentle reverberant decay for elegant transitions.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1168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A855F7"/>
                </a:solidFill>
                <a:latin typeface="Segoe UI"/>
              </a:defRPr>
            </a:pPr>
            <a:r>
              <a:t>Calming Harp Arpeggio</a:t>
            </a:r>
          </a:p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Pentatonic Melody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Five-note melodic sequence that brings musical warmth to break reminders.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5196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22C55E"/>
                </a:solidFill>
                <a:latin typeface="Segoe UI"/>
              </a:defRPr>
            </a:pPr>
            <a:r>
              <a:t>Forest Water Drop</a:t>
            </a:r>
          </a:p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Natural Frequency Glide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Acoustic water drop with low-pass splash filter evoking natural tranquility.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6908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25196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Gentle Temple Gong</a:t>
            </a:r>
          </a:p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220 Hz Grounding Bell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Deep grounded resonance anchoring awareness back into the physical body.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6908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25196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C4899"/>
                </a:solidFill>
                <a:latin typeface="Segoe UI"/>
              </a:defRPr>
            </a:pPr>
            <a:r>
              <a:t>Custom Audio Upload</a:t>
            </a:r>
          </a:p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MP3 / WAV / OGG Files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Upload custom notification sounds, stored securely as persistent Data URLs.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INTERACTIVE EXECUTION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Guided Activity Player &amp; Micro-Break Catalog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Science-backed desk interventions with real-time audio-visual guidance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Player Capabilities &amp; Controls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Timestamp Countdown Timer: Precise state timer ensuring exercises last the intended duration.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Animated Breathing Ring: Pulsing visual guide timing Inhale (4s), Hold (4s), Exhale (4s), Hold (4s).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Step-by-Step Instructions: Clear instructional prompts updated as the exercise advances.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Interactive Controls: Pause, Resume, Restart, and Finish options so the user is always in control.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Confetti &amp; Feedback: Immediate positive reinforcement and 1-click star rating feeding the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6 Core Activity Categories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EyeCare (20-20-20 Rule): Look 20 feet away for 20 seconds. Relieves ciliary eye strain.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DeskYoga (Seated Posture): Shoulder rolls, chest openers, and seated spinal twists.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MindReset (Box Breathing): 4-4-4-4 tactical breathing to clear acute stress.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WalkBreak (Circulation): 2-5 minute indoor/outdoor walking to stimulate blood flow.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HydrateMate (Hydration): Structured water intake with mindful sip guidance.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PowerNap (Restorative NSDR): 10-20 minute non-sleep deep rest audio pacing.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CONVERSATIONAL AI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Talk to VYBE AI Wellness Assistant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Empathetic, actionable dialogue designed to troubleshoot desk fatigue instantly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Intent Classification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Detects physical strain, stress, tired eyes, time constraints, or past activity queries.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Actionable Launchers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Messages embed clickable Start 2-Min Eye Rest buttons that launch the interactive player.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Dual AI Architecture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Deterministic NLP engine operates 100% offline; upgrades to Gemini 1.5 Flash when API key is 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9184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747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Context-Aware Memory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Retrieves user activities today and active screen strain directly from SQLite database.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3776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Empathetic Guardrails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Non-judgmental workplace wellness focus with strict avoidance of clinical overreach.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75488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93776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Suggestion Chips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1-click prompt chips: My neck is stiff, Feeling stressed, What have I done today?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PLANNING &amp; ANALYTICS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Workday Smart Planner &amp; Journey Analytics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Ultradian focus blocks with quiet-hours protection and visual habit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Ultradian Workday Pacing</a:t>
            </a:r>
          </a:p>
          <a:p>
            <a:pPr>
              <a:spcAft>
                <a:spcPts val="12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90-Minute Rhythm Alignment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Alternates 50-minute deep work blocks with 3-5 minute micro-breaks to prevent cognitive plateauing.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Quiet Hours Shielding</a:t>
            </a:r>
          </a:p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Protected Lunch &amp; Meetings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Automatically suppresses reminder alarms during user-designated quiet hours (e.g. 12:30-1:30 PM).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Recharts Visual Dashboards</a:t>
            </a:r>
          </a:p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Trends &amp; Category Donut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Interactive bar charts of daily completions and donut charts of category distribution over 7 and 30 days.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FULL-STACK ARCHITECTURE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System Implementation &amp; Engineering Rigor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Production-grade architecture with sub-second response times and 100% test pass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D9488"/>
                </a:solidFill>
                <a:latin typeface="Segoe UI"/>
              </a:defRPr>
            </a:pPr>
            <a:r>
              <a:t>Frontend (React 18 &amp; TypeScript)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• Vite bundler for rapid HMR</a:t>
            </a:r>
            <a:br/>
            <a:r>
              <a:t>• Tailwind CSS responsive design</a:t>
            </a:r>
            <a:br/>
            <a:r>
              <a:t>• Lucide Icons &amp; Recharts</a:t>
            </a:r>
            <a:br/>
            <a:r>
              <a:t>• Web Audio API real-time synthesizer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574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D9488"/>
                </a:solidFill>
                <a:latin typeface="Segoe UI"/>
              </a:defRPr>
            </a:pPr>
            <a:r>
              <a:t>Backend (FastAPI &amp; Python 3.10)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• Async REST API architecture</a:t>
            </a:r>
            <a:br/>
            <a:r>
              <a:t>• Pydantic v2 strict schemas</a:t>
            </a:r>
            <a:br/>
            <a:r>
              <a:t>• Static SPA serving from /dist</a:t>
            </a:r>
            <a:br/>
            <a:r>
              <a:t>• Lifespan resource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5196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D9488"/>
                </a:solidFill>
                <a:latin typeface="Segoe UI"/>
              </a:defRPr>
            </a:pPr>
            <a:r>
              <a:t>AI Recommendation Loop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• Deterministic multi-factor scoring</a:t>
            </a:r>
            <a:br/>
            <a:r>
              <a:t>• Hard duration constraint filtering</a:t>
            </a:r>
            <a:br/>
            <a:r>
              <a:t>• Closed-loop reinforcement learning</a:t>
            </a:r>
            <a:br/>
            <a:r>
              <a:t>• Offline-first + Gemini expansion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5196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D9488"/>
                </a:solidFill>
                <a:latin typeface="Segoe UI"/>
              </a:defRPr>
            </a:pPr>
            <a:r>
              <a:t>Database &amp; Verification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• SQLite relational storage</a:t>
            </a:r>
            <a:br/>
            <a:r>
              <a:t>• Salted SHA-256 user authentication</a:t>
            </a:r>
            <a:br/>
            <a:r>
              <a:t>• Screen sessions &amp; preferences schema</a:t>
            </a:r>
            <a:br/>
            <a:r>
              <a:t>• 27 / 27 Pytest unit &amp; API tests passing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TRUST &amp; PRIVACY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Ethical AI &amp; Data Sovereignty by Principle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Employee empowerment tool designed to protect privacy, never surveil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Zero Invasive Spyware</a:t>
            </a:r>
          </a:p>
          <a:p>
            <a:pPr>
              <a:spcAft>
                <a:spcPts val="12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NO Screenshots / NO Keystrokes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VYBE never records screen pixels, browser tabs, or key text. Only passive aggregate activity timing is evaluated.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Local-First Data Storage</a:t>
            </a:r>
          </a:p>
          <a:p>
            <a:pPr>
              <a:spcAft>
                <a:spcPts val="12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Isolated SQLite Records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User demographic records (DOB, age, role) and activity histories reside in local SQLite storage with salted credentials.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1-Click Export &amp; Wipe</a:t>
            </a:r>
          </a:p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Complete User Sovereignty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Users can download a complete JSON dump of their records or permanently delete their history with zero remnants.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LOOKING AHEAD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Future Innovations &amp; Product Roadmap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Expanding VYBE AI into an ambient workplace companion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D9488"/>
                </a:solidFill>
                <a:latin typeface="Segoe UI"/>
              </a:defRPr>
            </a:pPr>
            <a:r>
              <a:t>On-Device AI Posture Cam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MediaPipe Machine Learning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Local computer vision detecting forward head tilt and slouching without transmitting video frames.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574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The Wellness Garden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Gamified Virtual Succulent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 soothing virtual plant that flourishes with each healthy break, providing positive emotional rewards.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Calendar Micro-Slotting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Google &amp; Outlook Integration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Scans for 5-minute meeting gaps to schedule natural micro-walks without interrupting calls.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6908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A855F7"/>
                </a:solidFill>
                <a:latin typeface="Segoe UI"/>
              </a:defRPr>
            </a:pPr>
            <a:r>
              <a:t>Native OS Tray Companion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Tauri / Windows System Tray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Lightweight system tray app with global hotkeys (Ctrl+Shift+B) and circadian blue-light screen tinting.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VYBE AI</a:t>
            </a:r>
          </a:p>
          <a:p>
            <a:pPr>
              <a:spcAft>
                <a:spcPts val="2000"/>
              </a:spcAft>
              <a:defRPr sz="2200">
                <a:solidFill>
                  <a:srgbClr val="14B8A6"/>
                </a:solidFill>
                <a:latin typeface="Segoe UI"/>
              </a:defRPr>
            </a:pPr>
            <a:r>
              <a:t>Your Work. Your Wellness. Your Rhythm.</a:t>
            </a:r>
          </a:p>
          <a:p>
            <a:pPr>
              <a:spcAft>
                <a:spcPts val="24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✦  Fully Functional End-to-End Product (Not a Mockup)</a:t>
            </a:r>
            <a:br/>
            <a:r>
              <a:t>✦  100% Automatic Screen Time &amp; Idle Monitor</a:t>
            </a:r>
            <a:br/>
            <a:r>
              <a:t>✦  5 Handcrafted 432Hz Harmonic Chimes + Custom Audio Uploader</a:t>
            </a:r>
            <a:br/>
            <a:r>
              <a:t>✦  Closed-Loop AI Decision Engine with Reinforcement Learning</a:t>
            </a:r>
            <a:br/>
            <a:r>
              <a:t>✦  All 27 Pytest Unit &amp; Integration Tests Passing (100% Green)</a:t>
            </a:r>
          </a:p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Live Local Web Application: http://localhost:8000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